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40" r:id="rId10"/>
    <p:sldId id="339"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86BF96-FA7A-4705-B1B4-90350581F996}" v="8" dt="2026-09-09T14:42:35.539"/>
    <p1510:client id="{6D3872EB-C4A3-49B4-AF1A-E8D23ABCD53B}" v="3" dt="2026-09-09T17:43:10.369"/>
    <p1510:client id="{718D4E53-D1EE-79DB-9BA7-750FE638FA2D}" v="200" dt="2026-09-09T10:43:16.6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NEETHA VECHALAPU" userId="d55a25f6ff51d480" providerId="Windows Live" clId="Web-{6D3872EB-C4A3-49B4-AF1A-E8D23ABCD53B}"/>
    <pc:docChg chg="modSld">
      <pc:chgData name="PRANEETHA VECHALAPU" userId="d55a25f6ff51d480" providerId="Windows Live" clId="Web-{6D3872EB-C4A3-49B4-AF1A-E8D23ABCD53B}" dt="2026-09-09T17:43:10.369" v="2" actId="1076"/>
      <pc:docMkLst>
        <pc:docMk/>
      </pc:docMkLst>
      <pc:sldChg chg="modSp">
        <pc:chgData name="PRANEETHA VECHALAPU" userId="d55a25f6ff51d480" providerId="Windows Live" clId="Web-{6D3872EB-C4A3-49B4-AF1A-E8D23ABCD53B}" dt="2026-09-09T17:43:10.369" v="2" actId="1076"/>
        <pc:sldMkLst>
          <pc:docMk/>
          <pc:sldMk cId="3401748718" sldId="304"/>
        </pc:sldMkLst>
        <pc:spChg chg="mod">
          <ac:chgData name="PRANEETHA VECHALAPU" userId="d55a25f6ff51d480" providerId="Windows Live" clId="Web-{6D3872EB-C4A3-49B4-AF1A-E8D23ABCD53B}" dt="2026-09-09T17:43:10.369" v="2" actId="1076"/>
          <ac:spMkLst>
            <pc:docMk/>
            <pc:sldMk cId="3401748718" sldId="304"/>
            <ac:spMk id="3" creationId="{D88C20CF-C1EE-4092-B52D-FD4AB2AB2508}"/>
          </ac:spMkLst>
        </pc:spChg>
      </pc:sldChg>
    </pc:docChg>
  </pc:docChgLst>
  <pc:docChgLst>
    <pc:chgData clId="Web-{718D4E53-D1EE-79DB-9BA7-750FE638FA2D}"/>
    <pc:docChg chg="modSld">
      <pc:chgData name="" userId="" providerId="" clId="Web-{718D4E53-D1EE-79DB-9BA7-750FE638FA2D}" dt="2026-09-09T10:07:00.044" v="0" actId="14100"/>
      <pc:docMkLst>
        <pc:docMk/>
      </pc:docMkLst>
      <pc:sldChg chg="modSp">
        <pc:chgData name="" userId="" providerId="" clId="Web-{718D4E53-D1EE-79DB-9BA7-750FE638FA2D}" dt="2026-09-09T10:07:00.044" v="0" actId="14100"/>
        <pc:sldMkLst>
          <pc:docMk/>
          <pc:sldMk cId="1604013440" sldId="338"/>
        </pc:sldMkLst>
        <pc:spChg chg="mod">
          <ac:chgData name="" userId="" providerId="" clId="Web-{718D4E53-D1EE-79DB-9BA7-750FE638FA2D}" dt="2026-09-09T10:07:00.044" v="0" actId="14100"/>
          <ac:spMkLst>
            <pc:docMk/>
            <pc:sldMk cId="1604013440" sldId="338"/>
            <ac:spMk id="4" creationId="{92056599-CDAA-4367-BEF8-31D6E32518C8}"/>
          </ac:spMkLst>
        </pc:spChg>
      </pc:sldChg>
    </pc:docChg>
  </pc:docChgLst>
  <pc:docChgLst>
    <pc:chgData name="PRANEETHA VECHALAPU" userId="d55a25f6ff51d480" providerId="Windows Live" clId="Web-{3286BF96-FA7A-4705-B1B4-90350581F996}"/>
    <pc:docChg chg="modSld">
      <pc:chgData name="PRANEETHA VECHALAPU" userId="d55a25f6ff51d480" providerId="Windows Live" clId="Web-{3286BF96-FA7A-4705-B1B4-90350581F996}" dt="2026-09-09T14:42:35.539" v="5"/>
      <pc:docMkLst>
        <pc:docMk/>
      </pc:docMkLst>
      <pc:sldChg chg="delSp">
        <pc:chgData name="PRANEETHA VECHALAPU" userId="d55a25f6ff51d480" providerId="Windows Live" clId="Web-{3286BF96-FA7A-4705-B1B4-90350581F996}" dt="2026-09-09T14:42:35.539" v="5"/>
        <pc:sldMkLst>
          <pc:docMk/>
          <pc:sldMk cId="3401748718" sldId="304"/>
        </pc:sldMkLst>
        <pc:spChg chg="del">
          <ac:chgData name="PRANEETHA VECHALAPU" userId="d55a25f6ff51d480" providerId="Windows Live" clId="Web-{3286BF96-FA7A-4705-B1B4-90350581F996}" dt="2026-09-09T14:42:35.539" v="5"/>
          <ac:spMkLst>
            <pc:docMk/>
            <pc:sldMk cId="3401748718" sldId="304"/>
            <ac:spMk id="12" creationId="{BC277FD7-925B-4C3D-A364-118403201507}"/>
          </ac:spMkLst>
        </pc:spChg>
      </pc:sldChg>
      <pc:sldChg chg="modSp">
        <pc:chgData name="PRANEETHA VECHALAPU" userId="d55a25f6ff51d480" providerId="Windows Live" clId="Web-{3286BF96-FA7A-4705-B1B4-90350581F996}" dt="2026-09-09T14:39:08.610" v="1" actId="20577"/>
        <pc:sldMkLst>
          <pc:docMk/>
          <pc:sldMk cId="3863610428" sldId="342"/>
        </pc:sldMkLst>
        <pc:spChg chg="mod">
          <ac:chgData name="PRANEETHA VECHALAPU" userId="d55a25f6ff51d480" providerId="Windows Live" clId="Web-{3286BF96-FA7A-4705-B1B4-90350581F996}" dt="2026-09-09T14:39:08.610" v="1" actId="20577"/>
          <ac:spMkLst>
            <pc:docMk/>
            <pc:sldMk cId="3863610428" sldId="342"/>
            <ac:spMk id="3" creationId="{5F0B37E4-66B1-8633-7266-68B321742757}"/>
          </ac:spMkLst>
        </pc:spChg>
      </pc:sldChg>
      <pc:sldChg chg="addSp modSp">
        <pc:chgData name="PRANEETHA VECHALAPU" userId="d55a25f6ff51d480" providerId="Windows Live" clId="Web-{3286BF96-FA7A-4705-B1B4-90350581F996}" dt="2026-09-09T14:42:27.211" v="4" actId="1076"/>
        <pc:sldMkLst>
          <pc:docMk/>
          <pc:sldMk cId="3962802212" sldId="343"/>
        </pc:sldMkLst>
        <pc:picChg chg="add mod">
          <ac:chgData name="PRANEETHA VECHALAPU" userId="d55a25f6ff51d480" providerId="Windows Live" clId="Web-{3286BF96-FA7A-4705-B1B4-90350581F996}" dt="2026-09-09T14:42:27.211" v="4" actId="1076"/>
          <ac:picMkLst>
            <pc:docMk/>
            <pc:sldMk cId="3962802212" sldId="343"/>
            <ac:picMk id="2" creationId="{ED104FB0-A824-C1EA-1FEF-2A7A3C7373D2}"/>
          </ac:picMkLst>
        </pc:picChg>
      </pc:sldChg>
    </pc:docChg>
  </pc:docChgLst>
  <pc:docChgLst>
    <pc:chgData name="PRANEETHA VECHALAPU" userId="d55a25f6ff51d480" providerId="Windows Live" clId="Web-{718D4E53-D1EE-79DB-9BA7-750FE638FA2D}"/>
    <pc:docChg chg="modSld sldOrd">
      <pc:chgData name="PRANEETHA VECHALAPU" userId="d55a25f6ff51d480" providerId="Windows Live" clId="Web-{718D4E53-D1EE-79DB-9BA7-750FE638FA2D}" dt="2026-09-09T10:43:16.621" v="188" actId="14100"/>
      <pc:docMkLst>
        <pc:docMk/>
      </pc:docMkLst>
      <pc:sldChg chg="modSp">
        <pc:chgData name="PRANEETHA VECHALAPU" userId="d55a25f6ff51d480" providerId="Windows Live" clId="Web-{718D4E53-D1EE-79DB-9BA7-750FE638FA2D}" dt="2026-09-09T10:13:19.171" v="89" actId="20577"/>
        <pc:sldMkLst>
          <pc:docMk/>
          <pc:sldMk cId="3696770303" sldId="315"/>
        </pc:sldMkLst>
        <pc:spChg chg="mod">
          <ac:chgData name="PRANEETHA VECHALAPU" userId="d55a25f6ff51d480" providerId="Windows Live" clId="Web-{718D4E53-D1EE-79DB-9BA7-750FE638FA2D}" dt="2026-09-09T10:13:19.171" v="89" actId="20577"/>
          <ac:spMkLst>
            <pc:docMk/>
            <pc:sldMk cId="3696770303" sldId="315"/>
            <ac:spMk id="50" creationId="{00000000-0000-0000-0000-000000000000}"/>
          </ac:spMkLst>
        </pc:spChg>
      </pc:sldChg>
      <pc:sldChg chg="modSp">
        <pc:chgData name="PRANEETHA VECHALAPU" userId="d55a25f6ff51d480" providerId="Windows Live" clId="Web-{718D4E53-D1EE-79DB-9BA7-750FE638FA2D}" dt="2026-09-09T10:12:48.312" v="85" actId="14100"/>
        <pc:sldMkLst>
          <pc:docMk/>
          <pc:sldMk cId="3098548442" sldId="327"/>
        </pc:sldMkLst>
        <pc:spChg chg="mod">
          <ac:chgData name="PRANEETHA VECHALAPU" userId="d55a25f6ff51d480" providerId="Windows Live" clId="Web-{718D4E53-D1EE-79DB-9BA7-750FE638FA2D}" dt="2026-09-09T10:12:48.312" v="85" actId="14100"/>
          <ac:spMkLst>
            <pc:docMk/>
            <pc:sldMk cId="3098548442" sldId="327"/>
            <ac:spMk id="2" creationId="{E46E4DD1-270B-4C80-AFF0-EB26F132AF36}"/>
          </ac:spMkLst>
        </pc:spChg>
      </pc:sldChg>
      <pc:sldChg chg="modSp">
        <pc:chgData name="PRANEETHA VECHALAPU" userId="d55a25f6ff51d480" providerId="Windows Live" clId="Web-{718D4E53-D1EE-79DB-9BA7-750FE638FA2D}" dt="2026-09-09T10:13:32.890" v="91" actId="20577"/>
        <pc:sldMkLst>
          <pc:docMk/>
          <pc:sldMk cId="48075006" sldId="329"/>
        </pc:sldMkLst>
        <pc:spChg chg="mod">
          <ac:chgData name="PRANEETHA VECHALAPU" userId="d55a25f6ff51d480" providerId="Windows Live" clId="Web-{718D4E53-D1EE-79DB-9BA7-750FE638FA2D}" dt="2026-09-09T10:13:32.890" v="91" actId="20577"/>
          <ac:spMkLst>
            <pc:docMk/>
            <pc:sldMk cId="48075006" sldId="329"/>
            <ac:spMk id="2" creationId="{664E3B60-2780-459A-8583-F095D5E7463A}"/>
          </ac:spMkLst>
        </pc:spChg>
      </pc:sldChg>
      <pc:sldChg chg="modSp">
        <pc:chgData name="PRANEETHA VECHALAPU" userId="d55a25f6ff51d480" providerId="Windows Live" clId="Web-{718D4E53-D1EE-79DB-9BA7-750FE638FA2D}" dt="2026-09-09T10:11:32.608" v="78" actId="20577"/>
        <pc:sldMkLst>
          <pc:docMk/>
          <pc:sldMk cId="1604013440" sldId="338"/>
        </pc:sldMkLst>
        <pc:spChg chg="mod">
          <ac:chgData name="PRANEETHA VECHALAPU" userId="d55a25f6ff51d480" providerId="Windows Live" clId="Web-{718D4E53-D1EE-79DB-9BA7-750FE638FA2D}" dt="2026-09-09T10:11:02.874" v="48" actId="20577"/>
          <ac:spMkLst>
            <pc:docMk/>
            <pc:sldMk cId="1604013440" sldId="338"/>
            <ac:spMk id="2" creationId="{7201737A-B873-4D1D-8A41-5ABF5184BC8F}"/>
          </ac:spMkLst>
        </pc:spChg>
        <pc:spChg chg="mod">
          <ac:chgData name="PRANEETHA VECHALAPU" userId="d55a25f6ff51d480" providerId="Windows Live" clId="Web-{718D4E53-D1EE-79DB-9BA7-750FE638FA2D}" dt="2026-09-09T10:10:42.295" v="46" actId="14100"/>
          <ac:spMkLst>
            <pc:docMk/>
            <pc:sldMk cId="1604013440" sldId="338"/>
            <ac:spMk id="3" creationId="{17F04107-8754-E47D-3375-529E689711FA}"/>
          </ac:spMkLst>
        </pc:spChg>
        <pc:spChg chg="mod">
          <ac:chgData name="PRANEETHA VECHALAPU" userId="d55a25f6ff51d480" providerId="Windows Live" clId="Web-{718D4E53-D1EE-79DB-9BA7-750FE638FA2D}" dt="2026-09-09T10:11:32.608" v="78" actId="20577"/>
          <ac:spMkLst>
            <pc:docMk/>
            <pc:sldMk cId="1604013440" sldId="338"/>
            <ac:spMk id="4" creationId="{92056599-CDAA-4367-BEF8-31D6E32518C8}"/>
          </ac:spMkLst>
        </pc:spChg>
      </pc:sldChg>
      <pc:sldChg chg="addSp delSp modSp">
        <pc:chgData name="PRANEETHA VECHALAPU" userId="d55a25f6ff51d480" providerId="Windows Live" clId="Web-{718D4E53-D1EE-79DB-9BA7-750FE638FA2D}" dt="2026-09-09T10:37:07.525" v="148" actId="1076"/>
        <pc:sldMkLst>
          <pc:docMk/>
          <pc:sldMk cId="1086225493" sldId="339"/>
        </pc:sldMkLst>
        <pc:spChg chg="del mod">
          <ac:chgData name="PRANEETHA VECHALAPU" userId="d55a25f6ff51d480" providerId="Windows Live" clId="Web-{718D4E53-D1EE-79DB-9BA7-750FE638FA2D}" dt="2026-09-09T10:35:38.446" v="138"/>
          <ac:spMkLst>
            <pc:docMk/>
            <pc:sldMk cId="1086225493" sldId="339"/>
            <ac:spMk id="7" creationId="{372426BE-BEE7-4A6D-BCD2-059615BBCE25}"/>
          </ac:spMkLst>
        </pc:spChg>
        <pc:spChg chg="mod">
          <ac:chgData name="PRANEETHA VECHALAPU" userId="d55a25f6ff51d480" providerId="Windows Live" clId="Web-{718D4E53-D1EE-79DB-9BA7-750FE638FA2D}" dt="2026-09-09T10:36:57.962" v="146" actId="20577"/>
          <ac:spMkLst>
            <pc:docMk/>
            <pc:sldMk cId="1086225493" sldId="339"/>
            <ac:spMk id="206" creationId="{00000000-0000-0000-0000-000000000000}"/>
          </ac:spMkLst>
        </pc:spChg>
        <pc:picChg chg="add mod">
          <ac:chgData name="PRANEETHA VECHALAPU" userId="d55a25f6ff51d480" providerId="Windows Live" clId="Web-{718D4E53-D1EE-79DB-9BA7-750FE638FA2D}" dt="2026-09-09T10:37:07.525" v="148" actId="1076"/>
          <ac:picMkLst>
            <pc:docMk/>
            <pc:sldMk cId="1086225493" sldId="339"/>
            <ac:picMk id="2" creationId="{A2E21CD9-05F1-1F4A-B73B-39911A143CCF}"/>
          </ac:picMkLst>
        </pc:picChg>
        <pc:picChg chg="del mod">
          <ac:chgData name="PRANEETHA VECHALAPU" userId="d55a25f6ff51d480" providerId="Windows Live" clId="Web-{718D4E53-D1EE-79DB-9BA7-750FE638FA2D}" dt="2026-09-09T10:35:24.961" v="136"/>
          <ac:picMkLst>
            <pc:docMk/>
            <pc:sldMk cId="1086225493" sldId="339"/>
            <ac:picMk id="106" creationId="{00000000-0000-0000-0000-000000000000}"/>
          </ac:picMkLst>
        </pc:picChg>
      </pc:sldChg>
      <pc:sldChg chg="addSp delSp modSp ord delAnim">
        <pc:chgData name="PRANEETHA VECHALAPU" userId="d55a25f6ff51d480" providerId="Windows Live" clId="Web-{718D4E53-D1EE-79DB-9BA7-750FE638FA2D}" dt="2026-09-09T10:40:33.995" v="166"/>
        <pc:sldMkLst>
          <pc:docMk/>
          <pc:sldMk cId="3849627828" sldId="340"/>
        </pc:sldMkLst>
        <pc:spChg chg="del mod">
          <ac:chgData name="PRANEETHA VECHALAPU" userId="d55a25f6ff51d480" providerId="Windows Live" clId="Web-{718D4E53-D1EE-79DB-9BA7-750FE638FA2D}" dt="2026-09-09T10:32:42.554" v="122"/>
          <ac:spMkLst>
            <pc:docMk/>
            <pc:sldMk cId="3849627828" sldId="340"/>
            <ac:spMk id="10" creationId="{3A64DB11-806F-1A4C-E0D5-D745D29CED50}"/>
          </ac:spMkLst>
        </pc:spChg>
        <pc:spChg chg="mod">
          <ac:chgData name="PRANEETHA VECHALAPU" userId="d55a25f6ff51d480" providerId="Windows Live" clId="Web-{718D4E53-D1EE-79DB-9BA7-750FE638FA2D}" dt="2026-09-09T10:35:12.539" v="135" actId="1076"/>
          <ac:spMkLst>
            <pc:docMk/>
            <pc:sldMk cId="3849627828" sldId="340"/>
            <ac:spMk id="207" creationId="{00000000-0000-0000-0000-000000000000}"/>
          </ac:spMkLst>
        </pc:spChg>
        <pc:picChg chg="add del mod">
          <ac:chgData name="PRANEETHA VECHALAPU" userId="d55a25f6ff51d480" providerId="Windows Live" clId="Web-{718D4E53-D1EE-79DB-9BA7-750FE638FA2D}" dt="2026-09-09T10:20:14.690" v="117"/>
          <ac:picMkLst>
            <pc:docMk/>
            <pc:sldMk cId="3849627828" sldId="340"/>
            <ac:picMk id="2" creationId="{63669BAD-7A35-776F-4A22-F747101E4DAA}"/>
          </ac:picMkLst>
        </pc:picChg>
        <pc:picChg chg="add mod">
          <ac:chgData name="PRANEETHA VECHALAPU" userId="d55a25f6ff51d480" providerId="Windows Live" clId="Web-{718D4E53-D1EE-79DB-9BA7-750FE638FA2D}" dt="2026-09-09T10:34:18.820" v="128" actId="14100"/>
          <ac:picMkLst>
            <pc:docMk/>
            <pc:sldMk cId="3849627828" sldId="340"/>
            <ac:picMk id="3" creationId="{FA306CBA-DE13-F866-04A9-E693B830F676}"/>
          </ac:picMkLst>
        </pc:picChg>
        <pc:picChg chg="del mod">
          <ac:chgData name="PRANEETHA VECHALAPU" userId="d55a25f6ff51d480" providerId="Windows Live" clId="Web-{718D4E53-D1EE-79DB-9BA7-750FE638FA2D}" dt="2026-09-09T10:32:48.257" v="123"/>
          <ac:picMkLst>
            <pc:docMk/>
            <pc:sldMk cId="3849627828" sldId="340"/>
            <ac:picMk id="107" creationId="{00000000-0000-0000-0000-000000000000}"/>
          </ac:picMkLst>
        </pc:picChg>
      </pc:sldChg>
      <pc:sldChg chg="modSp">
        <pc:chgData name="PRANEETHA VECHALAPU" userId="d55a25f6ff51d480" providerId="Windows Live" clId="Web-{718D4E53-D1EE-79DB-9BA7-750FE638FA2D}" dt="2026-09-09T10:43:16.621" v="188" actId="14100"/>
        <pc:sldMkLst>
          <pc:docMk/>
          <pc:sldMk cId="776828144" sldId="341"/>
        </pc:sldMkLst>
        <pc:spChg chg="mod">
          <ac:chgData name="PRANEETHA VECHALAPU" userId="d55a25f6ff51d480" providerId="Windows Live" clId="Web-{718D4E53-D1EE-79DB-9BA7-750FE638FA2D}" dt="2026-09-09T10:43:16.621" v="188" actId="14100"/>
          <ac:spMkLst>
            <pc:docMk/>
            <pc:sldMk cId="776828144" sldId="341"/>
            <ac:spMk id="7" creationId="{B7444DDE-63A3-9721-77CC-C93FED110DAF}"/>
          </ac:spMkLst>
        </pc:spChg>
      </pc:sldChg>
      <pc:sldChg chg="addSp delSp modSp delAnim">
        <pc:chgData name="PRANEETHA VECHALAPU" userId="d55a25f6ff51d480" providerId="Windows Live" clId="Web-{718D4E53-D1EE-79DB-9BA7-750FE638FA2D}" dt="2026-09-09T10:39:05.260" v="158" actId="14100"/>
        <pc:sldMkLst>
          <pc:docMk/>
          <pc:sldMk cId="1698901770" sldId="344"/>
        </pc:sldMkLst>
        <pc:spChg chg="del mod">
          <ac:chgData name="PRANEETHA VECHALAPU" userId="d55a25f6ff51d480" providerId="Windows Live" clId="Web-{718D4E53-D1EE-79DB-9BA7-750FE638FA2D}" dt="2026-09-09T10:37:44.197" v="151"/>
          <ac:spMkLst>
            <pc:docMk/>
            <pc:sldMk cId="1698901770" sldId="344"/>
            <ac:spMk id="10" creationId="{B6E3B1C7-6A8B-23EE-6251-DC1067C6ADE9}"/>
          </ac:spMkLst>
        </pc:spChg>
        <pc:spChg chg="mod">
          <ac:chgData name="PRANEETHA VECHALAPU" userId="d55a25f6ff51d480" providerId="Windows Live" clId="Web-{718D4E53-D1EE-79DB-9BA7-750FE638FA2D}" dt="2026-09-09T10:38:56.478" v="157" actId="20577"/>
          <ac:spMkLst>
            <pc:docMk/>
            <pc:sldMk cId="1698901770" sldId="344"/>
            <ac:spMk id="208" creationId="{00000000-0000-0000-0000-000000000000}"/>
          </ac:spMkLst>
        </pc:spChg>
        <pc:picChg chg="add mod">
          <ac:chgData name="PRANEETHA VECHALAPU" userId="d55a25f6ff51d480" providerId="Windows Live" clId="Web-{718D4E53-D1EE-79DB-9BA7-750FE638FA2D}" dt="2026-09-09T10:39:05.260" v="158" actId="14100"/>
          <ac:picMkLst>
            <pc:docMk/>
            <pc:sldMk cId="1698901770" sldId="344"/>
            <ac:picMk id="2" creationId="{B94DEBC2-9E35-81DB-EE88-11D0CFA0F8AC}"/>
          </ac:picMkLst>
        </pc:picChg>
        <pc:picChg chg="del mod">
          <ac:chgData name="PRANEETHA VECHALAPU" userId="d55a25f6ff51d480" providerId="Windows Live" clId="Web-{718D4E53-D1EE-79DB-9BA7-750FE638FA2D}" dt="2026-09-09T10:37:28.712" v="149"/>
          <ac:picMkLst>
            <pc:docMk/>
            <pc:sldMk cId="1698901770" sldId="344"/>
            <ac:picMk id="108" creationId="{00000000-0000-0000-0000-000000000000}"/>
          </ac:picMkLst>
        </pc:picChg>
      </pc:sldChg>
      <pc:sldChg chg="addSp delSp modSp delAnim">
        <pc:chgData name="PRANEETHA VECHALAPU" userId="d55a25f6ff51d480" providerId="Windows Live" clId="Web-{718D4E53-D1EE-79DB-9BA7-750FE638FA2D}" dt="2026-09-09T10:41:47.073" v="177" actId="14100"/>
        <pc:sldMkLst>
          <pc:docMk/>
          <pc:sldMk cId="1903979828" sldId="345"/>
        </pc:sldMkLst>
        <pc:spChg chg="del mod">
          <ac:chgData name="PRANEETHA VECHALAPU" userId="d55a25f6ff51d480" providerId="Windows Live" clId="Web-{718D4E53-D1EE-79DB-9BA7-750FE638FA2D}" dt="2026-09-09T10:39:28.057" v="161"/>
          <ac:spMkLst>
            <pc:docMk/>
            <pc:sldMk cId="1903979828" sldId="345"/>
            <ac:spMk id="10" creationId="{2B7B89A1-9444-8322-CADC-42D31D698FA8}"/>
          </ac:spMkLst>
        </pc:spChg>
        <pc:spChg chg="mod">
          <ac:chgData name="PRANEETHA VECHALAPU" userId="d55a25f6ff51d480" providerId="Windows Live" clId="Web-{718D4E53-D1EE-79DB-9BA7-750FE638FA2D}" dt="2026-09-09T10:41:47.073" v="177" actId="14100"/>
          <ac:spMkLst>
            <pc:docMk/>
            <pc:sldMk cId="1903979828" sldId="345"/>
            <ac:spMk id="209" creationId="{00000000-0000-0000-0000-000000000000}"/>
          </ac:spMkLst>
        </pc:spChg>
        <pc:picChg chg="add mod">
          <ac:chgData name="PRANEETHA VECHALAPU" userId="d55a25f6ff51d480" providerId="Windows Live" clId="Web-{718D4E53-D1EE-79DB-9BA7-750FE638FA2D}" dt="2026-09-09T10:40:09.526" v="165" actId="14100"/>
          <ac:picMkLst>
            <pc:docMk/>
            <pc:sldMk cId="1903979828" sldId="345"/>
            <ac:picMk id="2" creationId="{29CC36EA-8240-9F64-5084-AD81E547130C}"/>
          </ac:picMkLst>
        </pc:picChg>
        <pc:picChg chg="del">
          <ac:chgData name="PRANEETHA VECHALAPU" userId="d55a25f6ff51d480" providerId="Windows Live" clId="Web-{718D4E53-D1EE-79DB-9BA7-750FE638FA2D}" dt="2026-09-09T10:39:14.619" v="159"/>
          <ac:picMkLst>
            <pc:docMk/>
            <pc:sldMk cId="1903979828" sldId="345"/>
            <ac:picMk id="109" creationId="{00000000-0000-0000-0000-000000000000}"/>
          </ac:picMkLst>
        </pc:picChg>
      </pc:sldChg>
      <pc:sldChg chg="addSp delSp modSp delAnim">
        <pc:chgData name="PRANEETHA VECHALAPU" userId="d55a25f6ff51d480" providerId="Windows Live" clId="Web-{718D4E53-D1EE-79DB-9BA7-750FE638FA2D}" dt="2026-09-09T10:43:04.355" v="187" actId="14100"/>
        <pc:sldMkLst>
          <pc:docMk/>
          <pc:sldMk cId="1421522261" sldId="346"/>
        </pc:sldMkLst>
        <pc:spChg chg="del mod">
          <ac:chgData name="PRANEETHA VECHALAPU" userId="d55a25f6ff51d480" providerId="Windows Live" clId="Web-{718D4E53-D1EE-79DB-9BA7-750FE638FA2D}" dt="2026-09-09T10:42:02.667" v="180"/>
          <ac:spMkLst>
            <pc:docMk/>
            <pc:sldMk cId="1421522261" sldId="346"/>
            <ac:spMk id="10" creationId="{F85C769B-425A-FE3B-E47A-3B747985DC52}"/>
          </ac:spMkLst>
        </pc:spChg>
        <pc:spChg chg="mod">
          <ac:chgData name="PRANEETHA VECHALAPU" userId="d55a25f6ff51d480" providerId="Windows Live" clId="Web-{718D4E53-D1EE-79DB-9BA7-750FE638FA2D}" dt="2026-09-09T10:43:00.136" v="186" actId="1076"/>
          <ac:spMkLst>
            <pc:docMk/>
            <pc:sldMk cId="1421522261" sldId="346"/>
            <ac:spMk id="210" creationId="{00000000-0000-0000-0000-000000000000}"/>
          </ac:spMkLst>
        </pc:spChg>
        <pc:picChg chg="add mod">
          <ac:chgData name="PRANEETHA VECHALAPU" userId="d55a25f6ff51d480" providerId="Windows Live" clId="Web-{718D4E53-D1EE-79DB-9BA7-750FE638FA2D}" dt="2026-09-09T10:43:04.355" v="187" actId="14100"/>
          <ac:picMkLst>
            <pc:docMk/>
            <pc:sldMk cId="1421522261" sldId="346"/>
            <ac:picMk id="2" creationId="{AF271F6C-A679-7B78-4530-E97EDEB78944}"/>
          </ac:picMkLst>
        </pc:picChg>
        <pc:picChg chg="del">
          <ac:chgData name="PRANEETHA VECHALAPU" userId="d55a25f6ff51d480" providerId="Windows Live" clId="Web-{718D4E53-D1EE-79DB-9BA7-750FE638FA2D}" dt="2026-09-09T10:41:54.714" v="178"/>
          <ac:picMkLst>
            <pc:docMk/>
            <pc:sldMk cId="1421522261" sldId="346"/>
            <ac:picMk id="110"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82617" y="3583915"/>
            <a:ext cx="7238843" cy="861497"/>
          </a:xfrm>
        </p:spPr>
        <p:txBody>
          <a:bodyPr vert="horz" lIns="91440" tIns="45720" rIns="91440" bIns="45720" rtlCol="0" anchor="t">
            <a:normAutofit/>
          </a:bodyPr>
          <a:lstStyle/>
          <a:p>
            <a:r>
              <a:rPr lang="en-US" dirty="0">
                <a:solidFill>
                  <a:schemeClr val="tx1"/>
                </a:solidFill>
              </a:rPr>
              <a:t>Name:</a:t>
            </a:r>
            <a:r>
              <a:rPr lang="en-US" b="0" dirty="0">
                <a:solidFill>
                  <a:schemeClr val="tx1"/>
                </a:solidFill>
              </a:rPr>
              <a:t> Praneetha </a:t>
            </a:r>
            <a:r>
              <a:rPr lang="en-US" b="0" dirty="0" err="1">
                <a:solidFill>
                  <a:schemeClr val="tx1"/>
                </a:solidFill>
              </a:rPr>
              <a:t>Vechalapu</a:t>
            </a:r>
            <a:endParaRPr lang="en-IN" b="0" dirty="0" err="1">
              <a:solidFill>
                <a:schemeClr val="tx1"/>
              </a:solidFill>
            </a:endParaRPr>
          </a:p>
          <a:p>
            <a:r>
              <a:rPr lang="en-US" dirty="0">
                <a:solidFill>
                  <a:schemeClr val="tx1"/>
                </a:solidFill>
              </a:rPr>
              <a:t>College Name</a:t>
            </a:r>
            <a:r>
              <a:rPr lang="en-US" b="0" dirty="0">
                <a:solidFill>
                  <a:schemeClr val="tx1"/>
                </a:solidFill>
              </a:rPr>
              <a:t>: Vignan’s Institute of Engineering for Women</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01618"/>
            <a:ext cx="8564304" cy="772203"/>
          </a:xfrm>
        </p:spPr>
        <p:txBody>
          <a:bodyPr>
            <a:normAutofit fontScale="90000"/>
          </a:bodyPr>
          <a:lstStyle/>
          <a:p>
            <a:r>
              <a:rPr lang="en-GB" sz="3200" dirty="0"/>
              <a:t>SEASONAL AGRICULTURE PERFORMANCE ANALYSIS</a:t>
            </a:r>
            <a:endParaRPr lang="en-US"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84236" y="4648356"/>
            <a:ext cx="4872890" cy="646331"/>
          </a:xfrm>
          <a:prstGeom prst="rect">
            <a:avLst/>
          </a:prstGeom>
          <a:noFill/>
        </p:spPr>
        <p:txBody>
          <a:bodyPr wrap="square" lIns="91440" tIns="45720" rIns="91440" bIns="45720" rtlCol="0" anchor="t">
            <a:spAutoFit/>
          </a:bodyPr>
          <a:lstStyle/>
          <a:p>
            <a:r>
              <a:rPr lang="en-US" b="1" dirty="0"/>
              <a:t>AICTE STU ID : </a:t>
            </a:r>
            <a:r>
              <a:rPr lang="en-US" dirty="0">
                <a:ea typeface="+mn-lt"/>
                <a:cs typeface="+mn-lt"/>
              </a:rPr>
              <a:t>STU65da02e46f6fa1708786404</a:t>
            </a:r>
            <a:endParaRPr lang="en-US" b="1" dirty="0">
              <a:ea typeface="+mn-lt"/>
              <a:cs typeface="+mn-lt"/>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85764" y="1214198"/>
            <a:ext cx="6991996" cy="4269345"/>
          </a:xfrm>
        </p:spPr>
        <p:txBody>
          <a:bodyPr vert="horz" lIns="91440" tIns="45720" rIns="91440" bIns="45720" rtlCol="0" anchor="t">
            <a:noAutofit/>
          </a:bodyPr>
          <a:lstStyle/>
          <a:p>
            <a:pPr>
              <a:lnSpc>
                <a:spcPct val="170000"/>
              </a:lnSpc>
            </a:pPr>
            <a:r>
              <a:rPr lang="en-US" sz="1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180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50" name="Description Box"/>
          <p:cNvSpPr txBox="1"/>
          <p:nvPr/>
        </p:nvSpPr>
        <p:spPr>
          <a:xfrm>
            <a:off x="473493" y="1721246"/>
            <a:ext cx="8668415" cy="4335811"/>
          </a:xfrm>
          <a:prstGeom prst="rect">
            <a:avLst/>
          </a:prstGeom>
        </p:spPr>
        <p:txBody>
          <a:bodyPr wrap="square" lIns="91440" tIns="45720" rIns="91440" bIns="45720" rtlCol="0" anchor="t">
            <a:normAutofit/>
          </a:bodyPr>
          <a:lstStyle/>
          <a:p>
            <a:pPr algn="l">
              <a:lnSpc>
                <a:spcPct val="130000"/>
              </a:lnSpc>
              <a:spcAft>
                <a:spcPts val="1200"/>
              </a:spcAft>
            </a:pPr>
            <a:r>
              <a:rPr lang="en-IN" sz="1800" dirty="0"/>
              <a:t>This project analyzes a 4,000-record dataset of Indian farm activity spanning the Kharif, Rabi and Zaid seasons across 8 states and 8 crops, covering environmental conditions, farming inputs, yield, and economic outcomes.</a:t>
            </a:r>
          </a:p>
          <a:p>
            <a:pPr algn="l">
              <a:lnSpc>
                <a:spcPct val="130000"/>
              </a:lnSpc>
              <a:spcAft>
                <a:spcPts val="1200"/>
              </a:spcAft>
            </a:pPr>
            <a:r>
              <a:rPr lang="en-IN" sz="1800" dirty="0"/>
              <a:t>The goal was to investigate how agricultural performance differs by season, using Python (Pandas, NumPy, Matplotlib, Seaborn, SciPy) for cleaning, exploratory analysis, statistical testing and visualization.</a:t>
            </a:r>
          </a:p>
          <a:p>
            <a:pPr algn="l">
              <a:lnSpc>
                <a:spcPct val="130000"/>
              </a:lnSpc>
              <a:spcAft>
                <a:spcPts val="1200"/>
              </a:spcAft>
            </a:pPr>
            <a:r>
              <a:rPr lang="en-IN" sz="1800" b="1" dirty="0"/>
              <a:t>Key steps:</a:t>
            </a:r>
            <a:r>
              <a:rPr lang="en-IN" sz="1800" dirty="0"/>
              <a:t> missing-value treatment via season-wise median imputation, outlier assessment with the IQR method, univariate/bivariate/multivariate analysis, a Kruskal-Wallis significance test, and five original investigative questions (farm-size payoff, seed quality impact, crop cost-efficiency, disease-risk vs. profit, and irrigation-method efficiency).</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vert="horz" lIns="91440" tIns="45720" rIns="91440" bIns="45720" rtlCol="0" anchor="t">
            <a:normAutofit fontScale="92500" lnSpcReduction="20000"/>
          </a:bodyPr>
          <a:lstStyle/>
          <a:p>
            <a:pPr>
              <a:lnSpc>
                <a:spcPct val="130000"/>
              </a:lnSpc>
            </a:pPr>
            <a:r>
              <a:rPr lang="en-IN" sz="2000" b="1" dirty="0"/>
              <a:t>Farmers</a:t>
            </a:r>
            <a:r>
              <a:rPr lang="en-IN" sz="2000" dirty="0"/>
              <a:t> — to plan sowing, resource allocation and crop choice by season.</a:t>
            </a:r>
            <a:endParaRPr lang="en-US"/>
          </a:p>
          <a:p>
            <a:pPr>
              <a:lnSpc>
                <a:spcPct val="130000"/>
              </a:lnSpc>
            </a:pPr>
            <a:r>
              <a:rPr lang="en-IN" sz="2000" b="1" dirty="0"/>
              <a:t>Agricultural Planners / Policy Makers</a:t>
            </a:r>
            <a:r>
              <a:rPr lang="en-IN" sz="2000" dirty="0"/>
              <a:t> — to design season-specific support programs.</a:t>
            </a:r>
          </a:p>
          <a:p>
            <a:pPr>
              <a:lnSpc>
                <a:spcPct val="130000"/>
              </a:lnSpc>
            </a:pPr>
            <a:r>
              <a:rPr lang="en-IN" sz="2000" b="1" dirty="0"/>
              <a:t>Agribusiness &amp; Input Suppliers</a:t>
            </a:r>
            <a:r>
              <a:rPr lang="en-IN" sz="2000" dirty="0"/>
              <a:t> — to time fertilizer, seed and irrigation-equipment supply.</a:t>
            </a:r>
          </a:p>
          <a:p>
            <a:pPr>
              <a:lnSpc>
                <a:spcPct val="130000"/>
              </a:lnSpc>
            </a:pPr>
            <a:r>
              <a:rPr lang="en-IN" sz="2000" b="1" dirty="0"/>
              <a:t>Financial Institutions &amp; Insurers</a:t>
            </a:r>
            <a:r>
              <a:rPr lang="en-IN" sz="2000" dirty="0"/>
              <a:t> — to assess seasonal risk for loans and crop insurance.</a:t>
            </a:r>
          </a:p>
          <a:p>
            <a:pPr>
              <a:lnSpc>
                <a:spcPct val="130000"/>
              </a:lnSpc>
            </a:pPr>
            <a:r>
              <a:rPr lang="en-IN" sz="2000" b="1" dirty="0"/>
              <a:t>Researchers &amp; Students</a:t>
            </a:r>
            <a:r>
              <a:rPr lang="en-IN" sz="2000" dirty="0"/>
              <a:t> — as a reference case study in agricultural data analytics.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950000" y="1432560"/>
            <a:ext cx="7468320" cy="5243448"/>
          </a:xfrm>
        </p:spPr>
        <p:txBody>
          <a:bodyPr/>
          <a:lstStyle/>
          <a:p>
            <a:pPr lvl="1">
              <a:lnSpc>
                <a:spcPct val="140000"/>
              </a:lnSpc>
            </a:pPr>
            <a:r>
              <a:rPr lang="en-IN" sz="2000" b="1" dirty="0"/>
              <a:t>Python</a:t>
            </a:r>
            <a:r>
              <a:rPr lang="en-IN" sz="2000" dirty="0"/>
              <a:t> — core language for the entire analysis</a:t>
            </a:r>
          </a:p>
          <a:p>
            <a:pPr lvl="1">
              <a:lnSpc>
                <a:spcPct val="140000"/>
              </a:lnSpc>
            </a:pPr>
            <a:r>
              <a:rPr lang="en-IN" sz="2000" b="1" dirty="0"/>
              <a:t>Pandas &amp; NumPy</a:t>
            </a:r>
            <a:r>
              <a:rPr lang="en-IN" sz="2000" dirty="0"/>
              <a:t> — data cleaning, transformation and aggregation</a:t>
            </a:r>
          </a:p>
          <a:p>
            <a:pPr lvl="1">
              <a:lnSpc>
                <a:spcPct val="140000"/>
              </a:lnSpc>
            </a:pPr>
            <a:r>
              <a:rPr lang="en-IN" sz="2000" b="1" dirty="0"/>
              <a:t>Matplotlib &amp; Seaborn</a:t>
            </a:r>
            <a:r>
              <a:rPr lang="en-IN" sz="2000" dirty="0"/>
              <a:t> — univariate, bivariate and multivariate visualizations</a:t>
            </a:r>
          </a:p>
          <a:p>
            <a:pPr lvl="1">
              <a:lnSpc>
                <a:spcPct val="140000"/>
              </a:lnSpc>
            </a:pPr>
            <a:r>
              <a:rPr lang="en-IN" sz="2000" b="1" dirty="0"/>
              <a:t>SciPy (stats)</a:t>
            </a:r>
            <a:r>
              <a:rPr lang="en-IN" sz="2000" dirty="0"/>
              <a:t> — Kruskal-Wallis significance testing</a:t>
            </a:r>
          </a:p>
          <a:p>
            <a:pPr lvl="1">
              <a:lnSpc>
                <a:spcPct val="140000"/>
              </a:lnSpc>
            </a:pPr>
            <a:r>
              <a:rPr lang="en-IN" sz="2000" b="1" dirty="0"/>
              <a:t>Jupyter Notebook</a:t>
            </a:r>
            <a:r>
              <a:rPr lang="en-IN" sz="2000" dirty="0"/>
              <a:t> — documenting the complete, reproducible analysis</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00000"/>
            <a:ext cx="11550036" cy="75000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07" name="Explanation 7"/>
          <p:cNvSpPr txBox="1"/>
          <p:nvPr/>
        </p:nvSpPr>
        <p:spPr>
          <a:xfrm>
            <a:off x="680416" y="5043773"/>
            <a:ext cx="7979018" cy="1300000"/>
          </a:xfrm>
          <a:prstGeom prst="rect">
            <a:avLst/>
          </a:prstGeom>
        </p:spPr>
        <p:txBody>
          <a:bodyPr wrap="square" lIns="91440" tIns="45720" rIns="91440" bIns="45720" rtlCol="0" anchor="t">
            <a:noAutofit/>
          </a:bodyPr>
          <a:lstStyle/>
          <a:p>
            <a:pPr marL="285750" indent="-285750">
              <a:buFont typeface="Arial"/>
              <a:buChar char="•"/>
            </a:pPr>
            <a:r>
              <a:rPr lang="en-IN" sz="1500" dirty="0">
                <a:ea typeface="+mn-lt"/>
                <a:cs typeface="+mn-lt"/>
              </a:rPr>
              <a:t>Kharif records the highest rainfall, humidity, and soil moisture among the three seasons.</a:t>
            </a:r>
            <a:endParaRPr lang="en-US" sz="1500"/>
          </a:p>
          <a:p>
            <a:pPr marL="285750" indent="-285750">
              <a:buFont typeface="Arial"/>
              <a:buChar char="•"/>
            </a:pPr>
            <a:r>
              <a:rPr lang="en-IN" sz="1500" dirty="0">
                <a:ea typeface="+mn-lt"/>
                <a:cs typeface="+mn-lt"/>
              </a:rPr>
              <a:t>Zaid has the highest average temperature but the lowest humidity and soil moisture levels.</a:t>
            </a:r>
          </a:p>
          <a:p>
            <a:pPr marL="285750" indent="-285750">
              <a:buFont typeface="Arial"/>
              <a:buChar char="•"/>
            </a:pPr>
            <a:r>
              <a:rPr lang="en-IN" sz="1500" dirty="0">
                <a:ea typeface="+mn-lt"/>
                <a:cs typeface="+mn-lt"/>
              </a:rPr>
              <a:t>Rabi generally shows moderate environmental conditions, falling between Kharif and Zaid.</a:t>
            </a:r>
          </a:p>
          <a:p>
            <a:pPr algn="l">
              <a:lnSpc>
                <a:spcPct val="130000"/>
              </a:lnSpc>
            </a:pPr>
            <a:endParaRPr lang="en-IN" sz="1500" dirty="0"/>
          </a:p>
        </p:txBody>
      </p:sp>
      <p:pic>
        <p:nvPicPr>
          <p:cNvPr id="3" name="Picture 2">
            <a:extLst>
              <a:ext uri="{FF2B5EF4-FFF2-40B4-BE49-F238E27FC236}">
                <a16:creationId xmlns:a16="http://schemas.microsoft.com/office/drawing/2014/main" id="{FA306CBA-DE13-F866-04A9-E693B830F676}"/>
              </a:ext>
            </a:extLst>
          </p:cNvPr>
          <p:cNvPicPr>
            <a:picLocks noChangeAspect="1"/>
          </p:cNvPicPr>
          <p:nvPr/>
        </p:nvPicPr>
        <p:blipFill>
          <a:blip r:embed="rId3"/>
          <a:stretch>
            <a:fillRect/>
          </a:stretch>
        </p:blipFill>
        <p:spPr>
          <a:xfrm>
            <a:off x="316301" y="1455707"/>
            <a:ext cx="9402794" cy="329960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206" name="Explanation 6"/>
          <p:cNvSpPr txBox="1"/>
          <p:nvPr/>
        </p:nvSpPr>
        <p:spPr>
          <a:xfrm>
            <a:off x="867322" y="5144415"/>
            <a:ext cx="7979018" cy="1328754"/>
          </a:xfrm>
          <a:prstGeom prst="rect">
            <a:avLst/>
          </a:prstGeom>
        </p:spPr>
        <p:txBody>
          <a:bodyPr wrap="square" lIns="91440" tIns="45720" rIns="91440" bIns="45720" rtlCol="0" anchor="t">
            <a:normAutofit lnSpcReduction="10000"/>
          </a:bodyPr>
          <a:lstStyle/>
          <a:p>
            <a:pPr marL="285750" indent="-285750">
              <a:buFont typeface="Arial"/>
              <a:buChar char="•"/>
            </a:pPr>
            <a:r>
              <a:rPr lang="en-IN" sz="1500" dirty="0">
                <a:ea typeface="+mn-lt"/>
                <a:cs typeface="+mn-lt"/>
              </a:rPr>
              <a:t>Raw yield varies across seasons, with Kharif showing a slightly higher central yield than Rabi and Zaid.</a:t>
            </a:r>
            <a:endParaRPr lang="en-US" sz="1500" dirty="0"/>
          </a:p>
          <a:p>
            <a:pPr marL="285750" indent="-285750">
              <a:buFont typeface="Arial"/>
              <a:buChar char="•"/>
            </a:pPr>
            <a:r>
              <a:rPr lang="en-IN" sz="1500" dirty="0">
                <a:ea typeface="+mn-lt"/>
                <a:cs typeface="+mn-lt"/>
              </a:rPr>
              <a:t>After adjusting for crop mix, Kharif shows the highest positive yield deviation, while Zaid has the lowest.</a:t>
            </a:r>
            <a:endParaRPr lang="en-IN" sz="1500" dirty="0"/>
          </a:p>
          <a:p>
            <a:pPr marL="285750" indent="-285750">
              <a:buFont typeface="Arial"/>
              <a:buChar char="•"/>
            </a:pPr>
            <a:r>
              <a:rPr lang="en-IN" sz="1500" dirty="0">
                <a:ea typeface="+mn-lt"/>
                <a:cs typeface="+mn-lt"/>
              </a:rPr>
              <a:t>This indicates that part of the raw seasonal yield difference is influenced by the types of crops grown in each season.</a:t>
            </a:r>
          </a:p>
          <a:p>
            <a:pPr algn="l">
              <a:lnSpc>
                <a:spcPct val="130000"/>
              </a:lnSpc>
            </a:pPr>
            <a:endParaRPr lang="en-IN" sz="1500" dirty="0"/>
          </a:p>
        </p:txBody>
      </p:sp>
      <p:pic>
        <p:nvPicPr>
          <p:cNvPr id="2" name="Picture 1">
            <a:extLst>
              <a:ext uri="{FF2B5EF4-FFF2-40B4-BE49-F238E27FC236}">
                <a16:creationId xmlns:a16="http://schemas.microsoft.com/office/drawing/2014/main" id="{A2E21CD9-05F1-1F4A-B73B-39911A143CCF}"/>
              </a:ext>
            </a:extLst>
          </p:cNvPr>
          <p:cNvPicPr>
            <a:picLocks noChangeAspect="1"/>
          </p:cNvPicPr>
          <p:nvPr/>
        </p:nvPicPr>
        <p:blipFill>
          <a:blip r:embed="rId3"/>
          <a:stretch>
            <a:fillRect/>
          </a:stretch>
        </p:blipFill>
        <p:spPr>
          <a:xfrm>
            <a:off x="273170" y="1393269"/>
            <a:ext cx="9560944" cy="3582635"/>
          </a:xfrm>
          <a:prstGeom prst="rect">
            <a:avLst/>
          </a:prstGeom>
        </p:spPr>
      </p:pic>
    </p:spTree>
    <p:extLst>
      <p:ext uri="{BB962C8B-B14F-4D97-AF65-F5344CB8AC3E}">
        <p14:creationId xmlns:p14="http://schemas.microsoft.com/office/powerpoint/2010/main" val="1086225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00000"/>
            <a:ext cx="11550036" cy="75000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08" name="Explanation 8"/>
          <p:cNvSpPr txBox="1"/>
          <p:nvPr/>
        </p:nvSpPr>
        <p:spPr>
          <a:xfrm>
            <a:off x="1068605" y="5374453"/>
            <a:ext cx="7979018" cy="1300000"/>
          </a:xfrm>
          <a:prstGeom prst="rect">
            <a:avLst/>
          </a:prstGeom>
        </p:spPr>
        <p:txBody>
          <a:bodyPr wrap="square" lIns="91440" tIns="45720" rIns="91440" bIns="45720" rtlCol="0" anchor="t">
            <a:normAutofit fontScale="92500"/>
          </a:bodyPr>
          <a:lstStyle/>
          <a:p>
            <a:pPr marL="285750" indent="-285750">
              <a:buFont typeface="Arial"/>
              <a:buChar char="•"/>
            </a:pPr>
            <a:r>
              <a:rPr lang="en-IN" sz="1500" dirty="0">
                <a:ea typeface="+mn-lt"/>
                <a:cs typeface="+mn-lt"/>
              </a:rPr>
              <a:t>Kharif shows the highest profit per hectare, while Zaid has the lowest overall profitability.</a:t>
            </a:r>
            <a:endParaRPr lang="en-US" dirty="0"/>
          </a:p>
          <a:p>
            <a:pPr marL="285750" indent="-285750">
              <a:buFont typeface="Arial"/>
              <a:buChar char="•"/>
            </a:pPr>
            <a:r>
              <a:rPr lang="en-IN" sz="1500" dirty="0">
                <a:ea typeface="+mn-lt"/>
                <a:cs typeface="+mn-lt"/>
              </a:rPr>
              <a:t>Loss-making farms increase from Kharif (42.2%) to Rabi (51.1%) and reach 64.5% in Zaid.</a:t>
            </a:r>
            <a:endParaRPr lang="en-IN" dirty="0"/>
          </a:p>
          <a:p>
            <a:pPr marL="285750" indent="-285750">
              <a:buFont typeface="Arial"/>
              <a:buChar char="•"/>
            </a:pPr>
            <a:r>
              <a:rPr lang="en-IN" sz="1500" dirty="0">
                <a:ea typeface="+mn-lt"/>
                <a:cs typeface="+mn-lt"/>
              </a:rPr>
              <a:t>Overall, Zaid faces the greatest economic risk, while Kharif performs comparatively better.</a:t>
            </a:r>
            <a:endParaRPr lang="en-IN" dirty="0">
              <a:ea typeface="+mn-lt"/>
              <a:cs typeface="+mn-lt"/>
            </a:endParaRPr>
          </a:p>
          <a:p>
            <a:pPr algn="l">
              <a:lnSpc>
                <a:spcPct val="130000"/>
              </a:lnSpc>
            </a:pPr>
            <a:endParaRPr lang="en-IN" sz="1500" dirty="0"/>
          </a:p>
        </p:txBody>
      </p:sp>
      <p:pic>
        <p:nvPicPr>
          <p:cNvPr id="2" name="Picture 1">
            <a:extLst>
              <a:ext uri="{FF2B5EF4-FFF2-40B4-BE49-F238E27FC236}">
                <a16:creationId xmlns:a16="http://schemas.microsoft.com/office/drawing/2014/main" id="{B94DEBC2-9E35-81DB-EE88-11D0CFA0F8AC}"/>
              </a:ext>
            </a:extLst>
          </p:cNvPr>
          <p:cNvPicPr>
            <a:picLocks noChangeAspect="1"/>
          </p:cNvPicPr>
          <p:nvPr/>
        </p:nvPicPr>
        <p:blipFill>
          <a:blip r:embed="rId3"/>
          <a:stretch>
            <a:fillRect/>
          </a:stretch>
        </p:blipFill>
        <p:spPr>
          <a:xfrm>
            <a:off x="445698" y="1272904"/>
            <a:ext cx="9230265" cy="3938381"/>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00000"/>
            <a:ext cx="11550036" cy="75000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09" name="Explanation 9"/>
          <p:cNvSpPr txBox="1"/>
          <p:nvPr/>
        </p:nvSpPr>
        <p:spPr>
          <a:xfrm>
            <a:off x="867322" y="4885623"/>
            <a:ext cx="7979018" cy="1328755"/>
          </a:xfrm>
          <a:prstGeom prst="rect">
            <a:avLst/>
          </a:prstGeom>
        </p:spPr>
        <p:txBody>
          <a:bodyPr wrap="square" lIns="91440" tIns="45720" rIns="91440" bIns="45720" rtlCol="0" anchor="t">
            <a:normAutofit lnSpcReduction="10000"/>
          </a:bodyPr>
          <a:lstStyle/>
          <a:p>
            <a:pPr marL="285750" indent="-285750">
              <a:buFont typeface="Arial"/>
              <a:buChar char="•"/>
            </a:pPr>
            <a:r>
              <a:rPr lang="en-IN" sz="1500" dirty="0">
                <a:ea typeface="+mn-lt"/>
                <a:cs typeface="+mn-lt"/>
              </a:rPr>
              <a:t>Water use is broadly similar across seasons, with Zaid showing slightly higher typical usage.</a:t>
            </a:r>
            <a:endParaRPr lang="en-US" sz="1500" dirty="0"/>
          </a:p>
          <a:p>
            <a:pPr marL="285750" indent="-285750">
              <a:buFont typeface="Arial"/>
              <a:buChar char="•"/>
            </a:pPr>
            <a:r>
              <a:rPr lang="en-IN" sz="1500" dirty="0">
                <a:ea typeface="+mn-lt"/>
                <a:cs typeface="+mn-lt"/>
              </a:rPr>
              <a:t>Fertilizer and pesticide usage remain relatively consistent across Kharif, Rabi, and Zaid.</a:t>
            </a:r>
            <a:endParaRPr lang="en-IN" sz="1500" dirty="0"/>
          </a:p>
          <a:p>
            <a:pPr marL="285750" indent="-285750">
              <a:buFont typeface="Arial"/>
              <a:buChar char="•"/>
            </a:pPr>
            <a:r>
              <a:rPr lang="en-IN" sz="1500" dirty="0">
                <a:ea typeface="+mn-lt"/>
                <a:cs typeface="+mn-lt"/>
              </a:rPr>
              <a:t>Overall, seasonal differences in input usage are smaller than the differences observed in yield and profitability.</a:t>
            </a:r>
            <a:endParaRPr lang="en-IN" sz="1500">
              <a:ea typeface="+mn-lt"/>
              <a:cs typeface="+mn-lt"/>
            </a:endParaRPr>
          </a:p>
          <a:p>
            <a:pPr algn="l">
              <a:lnSpc>
                <a:spcPct val="130000"/>
              </a:lnSpc>
            </a:pPr>
            <a:endParaRPr lang="en-IN" sz="1500" dirty="0"/>
          </a:p>
        </p:txBody>
      </p:sp>
      <p:pic>
        <p:nvPicPr>
          <p:cNvPr id="2" name="Picture 1">
            <a:extLst>
              <a:ext uri="{FF2B5EF4-FFF2-40B4-BE49-F238E27FC236}">
                <a16:creationId xmlns:a16="http://schemas.microsoft.com/office/drawing/2014/main" id="{29CC36EA-8240-9F64-5084-AD81E547130C}"/>
              </a:ext>
            </a:extLst>
          </p:cNvPr>
          <p:cNvPicPr>
            <a:picLocks noChangeAspect="1"/>
          </p:cNvPicPr>
          <p:nvPr/>
        </p:nvPicPr>
        <p:blipFill>
          <a:blip r:embed="rId3"/>
          <a:stretch>
            <a:fillRect/>
          </a:stretch>
        </p:blipFill>
        <p:spPr>
          <a:xfrm>
            <a:off x="474453" y="1289217"/>
            <a:ext cx="9158378" cy="3460055"/>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00000"/>
            <a:ext cx="11550036" cy="75000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10" name="Explanation 10"/>
          <p:cNvSpPr txBox="1"/>
          <p:nvPr/>
        </p:nvSpPr>
        <p:spPr>
          <a:xfrm>
            <a:off x="896076" y="5173170"/>
            <a:ext cx="7979018" cy="1300000"/>
          </a:xfrm>
          <a:prstGeom prst="rect">
            <a:avLst/>
          </a:prstGeom>
        </p:spPr>
        <p:txBody>
          <a:bodyPr wrap="square" lIns="91440" tIns="45720" rIns="91440" bIns="45720" rtlCol="0" anchor="t">
            <a:normAutofit/>
          </a:bodyPr>
          <a:lstStyle/>
          <a:p>
            <a:pPr marL="285750" indent="-285750">
              <a:buFont typeface="Arial"/>
              <a:buChar char="•"/>
            </a:pPr>
            <a:r>
              <a:rPr lang="en-IN" sz="1500" dirty="0">
                <a:ea typeface="+mn-lt"/>
                <a:cs typeface="+mn-lt"/>
              </a:rPr>
              <a:t>Chilli and Sugarcane are the most profitable crops across all seasons, with the highest median profits in Kharif.</a:t>
            </a:r>
            <a:endParaRPr lang="en-US" dirty="0">
              <a:ea typeface="+mn-lt"/>
              <a:cs typeface="+mn-lt"/>
            </a:endParaRPr>
          </a:p>
          <a:p>
            <a:pPr marL="285750" indent="-285750">
              <a:buFont typeface="Arial"/>
              <a:buChar char="•"/>
            </a:pPr>
            <a:r>
              <a:rPr lang="en-IN" sz="1500" dirty="0">
                <a:ea typeface="+mn-lt"/>
                <a:cs typeface="+mn-lt"/>
              </a:rPr>
              <a:t>Profit generally declines from Kharif to Rabi and further in Zaid for most crops.</a:t>
            </a:r>
            <a:endParaRPr lang="en-IN" dirty="0"/>
          </a:p>
          <a:p>
            <a:pPr marL="285750" indent="-285750">
              <a:buFont typeface="Arial"/>
              <a:buChar char="•"/>
            </a:pPr>
            <a:r>
              <a:rPr lang="en-IN" sz="1500" dirty="0">
                <a:ea typeface="+mn-lt"/>
                <a:cs typeface="+mn-lt"/>
              </a:rPr>
              <a:t>Maize, Rice, and Wheat show negative median profits across all seasons, with the largest losses in Zaid.</a:t>
            </a:r>
            <a:endParaRPr lang="en-IN" dirty="0">
              <a:ea typeface="+mn-lt"/>
              <a:cs typeface="+mn-lt"/>
            </a:endParaRPr>
          </a:p>
          <a:p>
            <a:pPr algn="l">
              <a:lnSpc>
                <a:spcPct val="130000"/>
              </a:lnSpc>
            </a:pPr>
            <a:endParaRPr lang="en-IN" sz="1500" dirty="0"/>
          </a:p>
        </p:txBody>
      </p:sp>
      <p:pic>
        <p:nvPicPr>
          <p:cNvPr id="2" name="Picture 1">
            <a:extLst>
              <a:ext uri="{FF2B5EF4-FFF2-40B4-BE49-F238E27FC236}">
                <a16:creationId xmlns:a16="http://schemas.microsoft.com/office/drawing/2014/main" id="{AF271F6C-A679-7B78-4530-E97EDEB78944}"/>
              </a:ext>
            </a:extLst>
          </p:cNvPr>
          <p:cNvPicPr>
            <a:picLocks noChangeAspect="1"/>
          </p:cNvPicPr>
          <p:nvPr/>
        </p:nvPicPr>
        <p:blipFill>
          <a:blip r:embed="rId3"/>
          <a:stretch>
            <a:fillRect/>
          </a:stretch>
        </p:blipFill>
        <p:spPr>
          <a:xfrm>
            <a:off x="2166668" y="1197274"/>
            <a:ext cx="6147759" cy="3974622"/>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675957" y="1400000"/>
            <a:ext cx="8516679" cy="4698076"/>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lnSpc>
                <a:spcPct val="140000"/>
              </a:lnSpc>
              <a:buFont typeface="Arial" panose="020B0604020202020204" pitchFamily="34" charset="0"/>
              <a:buChar char="•"/>
            </a:pPr>
            <a:r>
              <a:rPr lang="en-IN" sz="2000" dirty="0"/>
              <a:t>Extend the dataset across multiple years to capture year-on-year seasonal trends, not just a single-year snapshot.</a:t>
            </a:r>
          </a:p>
          <a:p>
            <a:pPr algn="l">
              <a:lnSpc>
                <a:spcPct val="140000"/>
              </a:lnSpc>
              <a:buFont typeface="Arial" panose="020B0604020202020204" pitchFamily="34" charset="0"/>
              <a:buChar char="•"/>
            </a:pPr>
            <a:r>
              <a:rPr lang="en-IN" sz="2000" dirty="0"/>
              <a:t>Incorporate real-time weather and market-price feeds so recommendations adapt to current conditions.</a:t>
            </a:r>
          </a:p>
          <a:p>
            <a:pPr algn="l">
              <a:lnSpc>
                <a:spcPct val="140000"/>
              </a:lnSpc>
              <a:buFont typeface="Arial" panose="020B0604020202020204" pitchFamily="34" charset="0"/>
              <a:buChar char="•"/>
            </a:pPr>
            <a:r>
              <a:rPr lang="en-IN" sz="2000" dirty="0"/>
              <a:t>Build a regression or predictive model that controls for crop, state and season simultaneously to isolate each factor's true effect.</a:t>
            </a:r>
          </a:p>
          <a:p>
            <a:pPr algn="l">
              <a:lnSpc>
                <a:spcPct val="140000"/>
              </a:lnSpc>
              <a:buFont typeface="Arial" panose="020B0604020202020204" pitchFamily="34" charset="0"/>
              <a:buChar char="•"/>
            </a:pPr>
            <a:r>
              <a:rPr lang="en-IN" sz="2000" dirty="0"/>
              <a:t>Develop an interactive dashboard for farmers and planners to explore seasonal performance by their own region and crop.</a:t>
            </a:r>
          </a:p>
          <a:p>
            <a:pPr algn="l">
              <a:lnSpc>
                <a:spcPct val="140000"/>
              </a:lnSpc>
              <a:buFont typeface="Arial" panose="020B0604020202020204" pitchFamily="34" charset="0"/>
              <a:buChar char="•"/>
            </a:pPr>
            <a:r>
              <a:rPr lang="en-IN" sz="2000" dirty="0"/>
              <a:t>Investigate the cost/price assumptions behind the loss-making crops with real market data to validate the recommendations.</a:t>
            </a:r>
          </a:p>
        </p:txBody>
      </p:sp>
    </p:spTree>
    <p:extLst>
      <p:ext uri="{BB962C8B-B14F-4D97-AF65-F5344CB8AC3E}">
        <p14:creationId xmlns:p14="http://schemas.microsoft.com/office/powerpoint/2010/main" val="776828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lIns="91440" tIns="45720" rIns="91440" bIns="45720" anchor="t">
            <a:spAutoFit/>
          </a:bodyPr>
          <a:lstStyle/>
          <a:p>
            <a:r>
              <a:rPr lang="en-US" dirty="0">
                <a:ea typeface="+mn-lt"/>
                <a:cs typeface="+mn-lt"/>
              </a:rPr>
              <a:t>https://github.com/praneetha0125/Seasonal_Agriculture_Performance_Analysis</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ED104FB0-A824-C1EA-1FEF-2A7A3C7373D2}"/>
              </a:ext>
            </a:extLst>
          </p:cNvPr>
          <p:cNvPicPr>
            <a:picLocks noChangeAspect="1"/>
          </p:cNvPicPr>
          <p:nvPr/>
        </p:nvPicPr>
        <p:blipFill>
          <a:blip r:embed="rId3"/>
          <a:stretch>
            <a:fillRect/>
          </a:stretch>
        </p:blipFill>
        <p:spPr>
          <a:xfrm>
            <a:off x="1497133" y="1613230"/>
            <a:ext cx="6696075" cy="475297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43095" y="1294682"/>
            <a:ext cx="11340000" cy="3288038"/>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SEASONAL AGRICULTURE PERFORMANCE ANALYSIS</vt:lpstr>
      <vt:lpstr>PROBLEM  STATEMENT</vt:lpstr>
      <vt:lpstr>Project Description</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223</cp:revision>
  <dcterms:created xsi:type="dcterms:W3CDTF">2021-07-11T13:13:15Z</dcterms:created>
  <dcterms:modified xsi:type="dcterms:W3CDTF">2026-09-09T17:43:14Z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